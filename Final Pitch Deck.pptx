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embeddedFontLst>
    <p:embeddedFont>
      <p:font typeface="微软雅黑" panose="020B0503020204020204" pitchFamily="34" charset="-122"/>
      <p:regular r:id="rId10"/>
      <p:bold r:id="rId11"/>
    </p:embeddedFont>
    <p:embeddedFont>
      <p:font typeface="MiSans" panose="020B0604020202020204" charset="-122"/>
      <p:regular r:id="rId12"/>
    </p:embeddedFont>
    <p:embeddedFont>
      <p:font typeface="Noto Sans SC" panose="020B0604020202020204" charset="-128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68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855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5-11-23-18:55:09-d4heg38s8jds7pkdu9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7902"/>
            <a:ext cx="12192000" cy="71659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36617" y="3111004"/>
            <a:ext cx="6604073" cy="635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Reclaim with AI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0" y="0"/>
            <a:ext cx="12204700" cy="6873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066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Mathenge: The land Hungry Invader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419600" y="1981200"/>
            <a:ext cx="7518400" cy="685800"/>
          </a:xfrm>
          <a:custGeom>
            <a:avLst/>
            <a:gdLst/>
            <a:ahLst/>
            <a:cxnLst/>
            <a:rect l="l" t="t" r="r" b="b"/>
            <a:pathLst>
              <a:path w="7518400" h="685800">
                <a:moveTo>
                  <a:pt x="101601" y="0"/>
                </a:moveTo>
                <a:lnTo>
                  <a:pt x="7416799" y="0"/>
                </a:lnTo>
                <a:cubicBezTo>
                  <a:pt x="7472912" y="0"/>
                  <a:pt x="7518400" y="45488"/>
                  <a:pt x="7518400" y="101601"/>
                </a:cubicBezTo>
                <a:lnTo>
                  <a:pt x="7518400" y="584199"/>
                </a:lnTo>
                <a:cubicBezTo>
                  <a:pt x="7518400" y="640312"/>
                  <a:pt x="7472912" y="685800"/>
                  <a:pt x="7416799" y="685800"/>
                </a:cubicBezTo>
                <a:lnTo>
                  <a:pt x="101601" y="685800"/>
                </a:lnTo>
                <a:cubicBezTo>
                  <a:pt x="45488" y="685800"/>
                  <a:pt x="0" y="640312"/>
                  <a:pt x="0" y="5841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713288" y="21336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-23812"/>
                </a:moveTo>
                <a:cubicBezTo>
                  <a:pt x="171896" y="-23812"/>
                  <a:pt x="176882" y="-21506"/>
                  <a:pt x="180305" y="-17487"/>
                </a:cubicBezTo>
                <a:lnTo>
                  <a:pt x="281508" y="101575"/>
                </a:lnTo>
                <a:cubicBezTo>
                  <a:pt x="286048" y="106859"/>
                  <a:pt x="287015" y="114300"/>
                  <a:pt x="284113" y="120625"/>
                </a:cubicBezTo>
                <a:cubicBezTo>
                  <a:pt x="281211" y="126950"/>
                  <a:pt x="274886" y="130969"/>
                  <a:pt x="267891" y="130969"/>
                </a:cubicBezTo>
                <a:lnTo>
                  <a:pt x="249362" y="130969"/>
                </a:lnTo>
                <a:lnTo>
                  <a:pt x="305321" y="196825"/>
                </a:lnTo>
                <a:cubicBezTo>
                  <a:pt x="309860" y="202109"/>
                  <a:pt x="310828" y="209550"/>
                  <a:pt x="307925" y="215875"/>
                </a:cubicBezTo>
                <a:cubicBezTo>
                  <a:pt x="305023" y="222200"/>
                  <a:pt x="298698" y="226219"/>
                  <a:pt x="291703" y="226219"/>
                </a:cubicBezTo>
                <a:lnTo>
                  <a:pt x="263054" y="226219"/>
                </a:lnTo>
                <a:lnTo>
                  <a:pt x="329133" y="303981"/>
                </a:lnTo>
                <a:cubicBezTo>
                  <a:pt x="333673" y="309265"/>
                  <a:pt x="334640" y="316706"/>
                  <a:pt x="331738" y="323031"/>
                </a:cubicBezTo>
                <a:cubicBezTo>
                  <a:pt x="328836" y="329357"/>
                  <a:pt x="322511" y="333375"/>
                  <a:pt x="315516" y="333375"/>
                </a:cubicBezTo>
                <a:lnTo>
                  <a:pt x="190500" y="333375"/>
                </a:lnTo>
                <a:lnTo>
                  <a:pt x="190500" y="381000"/>
                </a:lnTo>
                <a:cubicBezTo>
                  <a:pt x="190500" y="394171"/>
                  <a:pt x="179859" y="404813"/>
                  <a:pt x="166688" y="404813"/>
                </a:cubicBezTo>
                <a:cubicBezTo>
                  <a:pt x="153516" y="404813"/>
                  <a:pt x="142875" y="394171"/>
                  <a:pt x="142875" y="381000"/>
                </a:cubicBezTo>
                <a:lnTo>
                  <a:pt x="142875" y="333375"/>
                </a:lnTo>
                <a:lnTo>
                  <a:pt x="17859" y="333375"/>
                </a:lnTo>
                <a:cubicBezTo>
                  <a:pt x="10864" y="333375"/>
                  <a:pt x="4539" y="329357"/>
                  <a:pt x="1637" y="323031"/>
                </a:cubicBezTo>
                <a:cubicBezTo>
                  <a:pt x="-1265" y="316706"/>
                  <a:pt x="-298" y="309265"/>
                  <a:pt x="4242" y="303981"/>
                </a:cubicBezTo>
                <a:lnTo>
                  <a:pt x="70321" y="226219"/>
                </a:lnTo>
                <a:lnTo>
                  <a:pt x="41672" y="226219"/>
                </a:lnTo>
                <a:cubicBezTo>
                  <a:pt x="34677" y="226219"/>
                  <a:pt x="28352" y="222200"/>
                  <a:pt x="25450" y="215875"/>
                </a:cubicBezTo>
                <a:cubicBezTo>
                  <a:pt x="22547" y="209550"/>
                  <a:pt x="23515" y="202109"/>
                  <a:pt x="28054" y="196825"/>
                </a:cubicBezTo>
                <a:lnTo>
                  <a:pt x="84013" y="130969"/>
                </a:lnTo>
                <a:lnTo>
                  <a:pt x="65484" y="130969"/>
                </a:lnTo>
                <a:cubicBezTo>
                  <a:pt x="58489" y="130969"/>
                  <a:pt x="52164" y="126950"/>
                  <a:pt x="49262" y="120625"/>
                </a:cubicBezTo>
                <a:cubicBezTo>
                  <a:pt x="46360" y="114300"/>
                  <a:pt x="47327" y="106859"/>
                  <a:pt x="51867" y="101575"/>
                </a:cubicBezTo>
                <a:lnTo>
                  <a:pt x="153070" y="-17487"/>
                </a:lnTo>
                <a:cubicBezTo>
                  <a:pt x="156493" y="-21506"/>
                  <a:pt x="161479" y="-23812"/>
                  <a:pt x="166688" y="-23812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6" name="Text 3"/>
          <p:cNvSpPr/>
          <p:nvPr/>
        </p:nvSpPr>
        <p:spPr>
          <a:xfrm>
            <a:off x="5384800" y="2133600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Biodiversity Loss: Suppresses native vegetation, reducing pasture and destroying wildlife habitats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19600" y="2870200"/>
            <a:ext cx="7518400" cy="914400"/>
          </a:xfrm>
          <a:custGeom>
            <a:avLst/>
            <a:gdLst/>
            <a:ahLst/>
            <a:cxnLst/>
            <a:rect l="l" t="t" r="r" b="b"/>
            <a:pathLst>
              <a:path w="7518400" h="914400">
                <a:moveTo>
                  <a:pt x="101599" y="0"/>
                </a:moveTo>
                <a:lnTo>
                  <a:pt x="7416801" y="0"/>
                </a:lnTo>
                <a:cubicBezTo>
                  <a:pt x="7472913" y="0"/>
                  <a:pt x="7518400" y="45487"/>
                  <a:pt x="7518400" y="101599"/>
                </a:cubicBezTo>
                <a:lnTo>
                  <a:pt x="7518400" y="812801"/>
                </a:lnTo>
                <a:cubicBezTo>
                  <a:pt x="7518400" y="868913"/>
                  <a:pt x="7472913" y="914400"/>
                  <a:pt x="7416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665663" y="30226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0510" y="-18529"/>
                </a:moveTo>
                <a:cubicBezTo>
                  <a:pt x="23515" y="-25524"/>
                  <a:pt x="12204" y="-25524"/>
                  <a:pt x="5283" y="-18529"/>
                </a:cubicBezTo>
                <a:cubicBezTo>
                  <a:pt x="-1637" y="-11534"/>
                  <a:pt x="-1712" y="-223"/>
                  <a:pt x="5209" y="6772"/>
                </a:cubicBezTo>
                <a:lnTo>
                  <a:pt x="398115" y="399678"/>
                </a:lnTo>
                <a:cubicBezTo>
                  <a:pt x="405110" y="406673"/>
                  <a:pt x="416421" y="406673"/>
                  <a:pt x="423342" y="399678"/>
                </a:cubicBezTo>
                <a:cubicBezTo>
                  <a:pt x="430262" y="392683"/>
                  <a:pt x="430337" y="381372"/>
                  <a:pt x="423342" y="374452"/>
                </a:cubicBezTo>
                <a:lnTo>
                  <a:pt x="344984" y="296019"/>
                </a:lnTo>
                <a:cubicBezTo>
                  <a:pt x="352797" y="278309"/>
                  <a:pt x="357188" y="258738"/>
                  <a:pt x="357188" y="238125"/>
                </a:cubicBezTo>
                <a:cubicBezTo>
                  <a:pt x="357188" y="170259"/>
                  <a:pt x="260300" y="34156"/>
                  <a:pt x="233214" y="-2604"/>
                </a:cubicBezTo>
                <a:cubicBezTo>
                  <a:pt x="228823" y="-8558"/>
                  <a:pt x="221903" y="-11906"/>
                  <a:pt x="214461" y="-11906"/>
                </a:cubicBezTo>
                <a:lnTo>
                  <a:pt x="214164" y="-11906"/>
                </a:lnTo>
                <a:cubicBezTo>
                  <a:pt x="206722" y="-11906"/>
                  <a:pt x="199802" y="-8558"/>
                  <a:pt x="195411" y="-2604"/>
                </a:cubicBezTo>
                <a:cubicBezTo>
                  <a:pt x="183803" y="13171"/>
                  <a:pt x="159321" y="47179"/>
                  <a:pt x="135210" y="86246"/>
                </a:cubicBezTo>
                <a:lnTo>
                  <a:pt x="30510" y="-18529"/>
                </a:lnTo>
                <a:close/>
                <a:moveTo>
                  <a:pt x="98971" y="150912"/>
                </a:moveTo>
                <a:cubicBezTo>
                  <a:pt x="82897" y="183505"/>
                  <a:pt x="71438" y="214833"/>
                  <a:pt x="71438" y="238125"/>
                </a:cubicBezTo>
                <a:cubicBezTo>
                  <a:pt x="71438" y="317004"/>
                  <a:pt x="135434" y="381000"/>
                  <a:pt x="214313" y="381000"/>
                </a:cubicBezTo>
                <a:cubicBezTo>
                  <a:pt x="246608" y="381000"/>
                  <a:pt x="276374" y="370284"/>
                  <a:pt x="300261" y="352276"/>
                </a:cubicBezTo>
                <a:lnTo>
                  <a:pt x="98971" y="150912"/>
                </a:ln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9" name="Text 6"/>
          <p:cNvSpPr/>
          <p:nvPr/>
        </p:nvSpPr>
        <p:spPr>
          <a:xfrm>
            <a:off x="5384800" y="3022600"/>
            <a:ext cx="650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Soil and Water Depletion: Deep roots aggressively compete for groundwater, lowering water tables.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19600" y="3987800"/>
            <a:ext cx="7518400" cy="685800"/>
          </a:xfrm>
          <a:custGeom>
            <a:avLst/>
            <a:gdLst/>
            <a:ahLst/>
            <a:cxnLst/>
            <a:rect l="l" t="t" r="r" b="b"/>
            <a:pathLst>
              <a:path w="7518400" h="685800">
                <a:moveTo>
                  <a:pt x="101601" y="0"/>
                </a:moveTo>
                <a:lnTo>
                  <a:pt x="7416799" y="0"/>
                </a:lnTo>
                <a:cubicBezTo>
                  <a:pt x="7472912" y="0"/>
                  <a:pt x="7518400" y="45488"/>
                  <a:pt x="7518400" y="101601"/>
                </a:cubicBezTo>
                <a:lnTo>
                  <a:pt x="7518400" y="584199"/>
                </a:lnTo>
                <a:cubicBezTo>
                  <a:pt x="7518400" y="640312"/>
                  <a:pt x="7472912" y="685800"/>
                  <a:pt x="7416799" y="685800"/>
                </a:cubicBezTo>
                <a:lnTo>
                  <a:pt x="101601" y="685800"/>
                </a:lnTo>
                <a:cubicBezTo>
                  <a:pt x="45488" y="685800"/>
                  <a:pt x="0" y="640312"/>
                  <a:pt x="0" y="5841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89475" y="414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9039" y="170036"/>
                </a:moveTo>
                <a:cubicBezTo>
                  <a:pt x="58936" y="100831"/>
                  <a:pt x="118542" y="47625"/>
                  <a:pt x="190500" y="47625"/>
                </a:cubicBezTo>
                <a:cubicBezTo>
                  <a:pt x="229939" y="47625"/>
                  <a:pt x="265658" y="63624"/>
                  <a:pt x="291554" y="89446"/>
                </a:cubicBezTo>
                <a:cubicBezTo>
                  <a:pt x="291703" y="89595"/>
                  <a:pt x="291852" y="89743"/>
                  <a:pt x="292001" y="89892"/>
                </a:cubicBezTo>
                <a:lnTo>
                  <a:pt x="297656" y="95250"/>
                </a:lnTo>
                <a:lnTo>
                  <a:pt x="262012" y="95250"/>
                </a:lnTo>
                <a:cubicBezTo>
                  <a:pt x="248841" y="95250"/>
                  <a:pt x="238199" y="105891"/>
                  <a:pt x="238199" y="119063"/>
                </a:cubicBezTo>
                <a:cubicBezTo>
                  <a:pt x="238199" y="132234"/>
                  <a:pt x="248841" y="142875"/>
                  <a:pt x="262012" y="142875"/>
                </a:cubicBezTo>
                <a:lnTo>
                  <a:pt x="357262" y="142875"/>
                </a:lnTo>
                <a:cubicBezTo>
                  <a:pt x="370433" y="142875"/>
                  <a:pt x="381074" y="132234"/>
                  <a:pt x="381074" y="119063"/>
                </a:cubicBezTo>
                <a:lnTo>
                  <a:pt x="381074" y="23812"/>
                </a:lnTo>
                <a:cubicBezTo>
                  <a:pt x="381074" y="10641"/>
                  <a:pt x="370433" y="0"/>
                  <a:pt x="357262" y="0"/>
                </a:cubicBezTo>
                <a:cubicBezTo>
                  <a:pt x="344091" y="0"/>
                  <a:pt x="333449" y="10641"/>
                  <a:pt x="333449" y="23812"/>
                </a:cubicBezTo>
                <a:lnTo>
                  <a:pt x="333449" y="63550"/>
                </a:lnTo>
                <a:lnTo>
                  <a:pt x="325041" y="55587"/>
                </a:lnTo>
                <a:cubicBezTo>
                  <a:pt x="290587" y="21282"/>
                  <a:pt x="242962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lose/>
                <a:moveTo>
                  <a:pt x="379065" y="217661"/>
                </a:moveTo>
                <a:cubicBezTo>
                  <a:pt x="380926" y="204639"/>
                  <a:pt x="371847" y="192584"/>
                  <a:pt x="358899" y="190723"/>
                </a:cubicBezTo>
                <a:cubicBezTo>
                  <a:pt x="345951" y="188863"/>
                  <a:pt x="333821" y="197941"/>
                  <a:pt x="331961" y="210889"/>
                </a:cubicBezTo>
                <a:cubicBezTo>
                  <a:pt x="322064" y="280095"/>
                  <a:pt x="262458" y="333301"/>
                  <a:pt x="190500" y="333301"/>
                </a:cubicBezTo>
                <a:cubicBezTo>
                  <a:pt x="151061" y="333301"/>
                  <a:pt x="115342" y="317302"/>
                  <a:pt x="89446" y="291480"/>
                </a:cubicBezTo>
                <a:cubicBezTo>
                  <a:pt x="89297" y="291331"/>
                  <a:pt x="89148" y="291182"/>
                  <a:pt x="88999" y="291033"/>
                </a:cubicBezTo>
                <a:lnTo>
                  <a:pt x="83344" y="285676"/>
                </a:lnTo>
                <a:lnTo>
                  <a:pt x="118988" y="285676"/>
                </a:lnTo>
                <a:cubicBezTo>
                  <a:pt x="132159" y="285676"/>
                  <a:pt x="142801" y="275034"/>
                  <a:pt x="142801" y="261863"/>
                </a:cubicBezTo>
                <a:cubicBezTo>
                  <a:pt x="142801" y="248692"/>
                  <a:pt x="132159" y="238051"/>
                  <a:pt x="118988" y="238051"/>
                </a:cubicBezTo>
                <a:lnTo>
                  <a:pt x="23812" y="238125"/>
                </a:lnTo>
                <a:cubicBezTo>
                  <a:pt x="17487" y="238125"/>
                  <a:pt x="11385" y="240655"/>
                  <a:pt x="6921" y="245194"/>
                </a:cubicBezTo>
                <a:cubicBezTo>
                  <a:pt x="2456" y="249734"/>
                  <a:pt x="-74" y="255761"/>
                  <a:pt x="0" y="262161"/>
                </a:cubicBezTo>
                <a:lnTo>
                  <a:pt x="744" y="356667"/>
                </a:lnTo>
                <a:cubicBezTo>
                  <a:pt x="819" y="369838"/>
                  <a:pt x="11609" y="380405"/>
                  <a:pt x="24780" y="380256"/>
                </a:cubicBezTo>
                <a:cubicBezTo>
                  <a:pt x="37951" y="380107"/>
                  <a:pt x="48518" y="369391"/>
                  <a:pt x="48369" y="356220"/>
                </a:cubicBezTo>
                <a:lnTo>
                  <a:pt x="48071" y="317897"/>
                </a:lnTo>
                <a:lnTo>
                  <a:pt x="56034" y="325413"/>
                </a:lnTo>
                <a:cubicBezTo>
                  <a:pt x="90488" y="359718"/>
                  <a:pt x="138038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2" name="Text 9"/>
          <p:cNvSpPr/>
          <p:nvPr/>
        </p:nvSpPr>
        <p:spPr>
          <a:xfrm>
            <a:off x="5384800" y="4140200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Land Degradation: Converts once-productive farmland and grazing lands into uninhabitable bushland.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19600" y="4876800"/>
            <a:ext cx="7518400" cy="914400"/>
          </a:xfrm>
          <a:custGeom>
            <a:avLst/>
            <a:gdLst/>
            <a:ahLst/>
            <a:cxnLst/>
            <a:rect l="l" t="t" r="r" b="b"/>
            <a:pathLst>
              <a:path w="7518400" h="914400">
                <a:moveTo>
                  <a:pt x="101599" y="0"/>
                </a:moveTo>
                <a:lnTo>
                  <a:pt x="7416801" y="0"/>
                </a:lnTo>
                <a:cubicBezTo>
                  <a:pt x="7472913" y="0"/>
                  <a:pt x="7518400" y="45487"/>
                  <a:pt x="7518400" y="101599"/>
                </a:cubicBezTo>
                <a:lnTo>
                  <a:pt x="7518400" y="812801"/>
                </a:lnTo>
                <a:cubicBezTo>
                  <a:pt x="7518400" y="868913"/>
                  <a:pt x="7472913" y="914400"/>
                  <a:pt x="7416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641850" y="50292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428625" y="35719"/>
                </a:moveTo>
                <a:cubicBezTo>
                  <a:pt x="428625" y="27459"/>
                  <a:pt x="424383" y="19794"/>
                  <a:pt x="417314" y="15478"/>
                </a:cubicBezTo>
                <a:cubicBezTo>
                  <a:pt x="410245" y="11162"/>
                  <a:pt x="401538" y="10716"/>
                  <a:pt x="394171" y="14436"/>
                </a:cubicBezTo>
                <a:lnTo>
                  <a:pt x="307702" y="57671"/>
                </a:lnTo>
                <a:lnTo>
                  <a:pt x="174203" y="13097"/>
                </a:lnTo>
                <a:cubicBezTo>
                  <a:pt x="168176" y="11088"/>
                  <a:pt x="161702" y="11534"/>
                  <a:pt x="156046" y="14362"/>
                </a:cubicBezTo>
                <a:lnTo>
                  <a:pt x="60796" y="61987"/>
                </a:lnTo>
                <a:cubicBezTo>
                  <a:pt x="52685" y="66080"/>
                  <a:pt x="47625" y="74340"/>
                  <a:pt x="47625" y="83344"/>
                </a:cubicBezTo>
                <a:lnTo>
                  <a:pt x="47625" y="345281"/>
                </a:lnTo>
                <a:cubicBezTo>
                  <a:pt x="47625" y="353541"/>
                  <a:pt x="51867" y="361206"/>
                  <a:pt x="58936" y="365522"/>
                </a:cubicBezTo>
                <a:cubicBezTo>
                  <a:pt x="66005" y="369838"/>
                  <a:pt x="74712" y="370284"/>
                  <a:pt x="82079" y="366564"/>
                </a:cubicBezTo>
                <a:lnTo>
                  <a:pt x="168473" y="323329"/>
                </a:lnTo>
                <a:lnTo>
                  <a:pt x="297433" y="366340"/>
                </a:lnTo>
                <a:cubicBezTo>
                  <a:pt x="294233" y="361578"/>
                  <a:pt x="291108" y="356592"/>
                  <a:pt x="288057" y="351532"/>
                </a:cubicBezTo>
                <a:cubicBezTo>
                  <a:pt x="279871" y="337914"/>
                  <a:pt x="271760" y="322287"/>
                  <a:pt x="265733" y="305544"/>
                </a:cubicBezTo>
                <a:lnTo>
                  <a:pt x="190426" y="280467"/>
                </a:lnTo>
                <a:lnTo>
                  <a:pt x="190426" y="68759"/>
                </a:lnTo>
                <a:lnTo>
                  <a:pt x="285676" y="100533"/>
                </a:lnTo>
                <a:lnTo>
                  <a:pt x="285676" y="174427"/>
                </a:lnTo>
                <a:cubicBezTo>
                  <a:pt x="308744" y="147786"/>
                  <a:pt x="342974" y="130969"/>
                  <a:pt x="380926" y="130969"/>
                </a:cubicBezTo>
                <a:cubicBezTo>
                  <a:pt x="397743" y="130969"/>
                  <a:pt x="413817" y="134243"/>
                  <a:pt x="428551" y="140271"/>
                </a:cubicBezTo>
                <a:lnTo>
                  <a:pt x="428625" y="35719"/>
                </a:lnTo>
                <a:close/>
                <a:moveTo>
                  <a:pt x="381000" y="166688"/>
                </a:moveTo>
                <a:cubicBezTo>
                  <a:pt x="331663" y="166688"/>
                  <a:pt x="291703" y="205978"/>
                  <a:pt x="291703" y="254422"/>
                </a:cubicBezTo>
                <a:cubicBezTo>
                  <a:pt x="291703" y="305693"/>
                  <a:pt x="339403" y="366340"/>
                  <a:pt x="365075" y="395288"/>
                </a:cubicBezTo>
                <a:cubicBezTo>
                  <a:pt x="373707" y="404961"/>
                  <a:pt x="388367" y="404961"/>
                  <a:pt x="396999" y="395288"/>
                </a:cubicBezTo>
                <a:cubicBezTo>
                  <a:pt x="422672" y="366340"/>
                  <a:pt x="470371" y="305693"/>
                  <a:pt x="470371" y="254422"/>
                </a:cubicBezTo>
                <a:cubicBezTo>
                  <a:pt x="470371" y="205978"/>
                  <a:pt x="430411" y="166688"/>
                  <a:pt x="381074" y="166688"/>
                </a:cubicBezTo>
                <a:close/>
                <a:moveTo>
                  <a:pt x="351234" y="255984"/>
                </a:moveTo>
                <a:cubicBezTo>
                  <a:pt x="351234" y="239556"/>
                  <a:pt x="364572" y="226219"/>
                  <a:pt x="381000" y="226219"/>
                </a:cubicBezTo>
                <a:cubicBezTo>
                  <a:pt x="397428" y="226219"/>
                  <a:pt x="410766" y="239556"/>
                  <a:pt x="410766" y="255984"/>
                </a:cubicBezTo>
                <a:cubicBezTo>
                  <a:pt x="410766" y="272412"/>
                  <a:pt x="397428" y="285750"/>
                  <a:pt x="381000" y="285750"/>
                </a:cubicBezTo>
                <a:cubicBezTo>
                  <a:pt x="364572" y="285750"/>
                  <a:pt x="351234" y="272412"/>
                  <a:pt x="351234" y="255984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5" name="Text 12"/>
          <p:cNvSpPr/>
          <p:nvPr/>
        </p:nvSpPr>
        <p:spPr>
          <a:xfrm>
            <a:off x="5384800" y="5029200"/>
            <a:ext cx="650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Manual mapping is slow, leading to blind budgets and restoration efforts that start too late.</a:t>
            </a:r>
            <a:endParaRPr lang="en-US" sz="1600" dirty="0"/>
          </a:p>
        </p:txBody>
      </p:sp>
      <p:pic>
        <p:nvPicPr>
          <p:cNvPr id="16" name="Image 1" descr="https://kimi-img.moonshot.cn/pub/slides/25-11-23-16:40:24-d4hcgu0osk9i54i5an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87" y="2050060"/>
            <a:ext cx="4061375" cy="37411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0" y="0"/>
            <a:ext cx="12204700" cy="6873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050" y="823685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500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EcoSiren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104900" y="238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485900" y="2768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169" y="0"/>
                </a:moveTo>
                <a:cubicBezTo>
                  <a:pt x="345222" y="0"/>
                  <a:pt x="457200" y="111978"/>
                  <a:pt x="457200" y="250031"/>
                </a:cubicBezTo>
                <a:cubicBezTo>
                  <a:pt x="457200" y="261908"/>
                  <a:pt x="447645" y="271463"/>
                  <a:pt x="435769" y="271463"/>
                </a:cubicBezTo>
                <a:cubicBezTo>
                  <a:pt x="423892" y="271463"/>
                  <a:pt x="414338" y="261908"/>
                  <a:pt x="414338" y="250031"/>
                </a:cubicBezTo>
                <a:cubicBezTo>
                  <a:pt x="414338" y="135642"/>
                  <a:pt x="321558" y="42863"/>
                  <a:pt x="207169" y="42863"/>
                </a:cubicBezTo>
                <a:cubicBezTo>
                  <a:pt x="195292" y="42863"/>
                  <a:pt x="185738" y="33308"/>
                  <a:pt x="185738" y="21431"/>
                </a:cubicBezTo>
                <a:cubicBezTo>
                  <a:pt x="185738" y="9555"/>
                  <a:pt x="195292" y="0"/>
                  <a:pt x="207169" y="0"/>
                </a:cubicBezTo>
                <a:close/>
                <a:moveTo>
                  <a:pt x="185738" y="107156"/>
                </a:moveTo>
                <a:cubicBezTo>
                  <a:pt x="185738" y="95280"/>
                  <a:pt x="195292" y="85725"/>
                  <a:pt x="207169" y="85725"/>
                </a:cubicBezTo>
                <a:cubicBezTo>
                  <a:pt x="297894" y="85725"/>
                  <a:pt x="371475" y="159306"/>
                  <a:pt x="371475" y="250031"/>
                </a:cubicBezTo>
                <a:cubicBezTo>
                  <a:pt x="371475" y="261908"/>
                  <a:pt x="361920" y="271463"/>
                  <a:pt x="350044" y="271463"/>
                </a:cubicBezTo>
                <a:cubicBezTo>
                  <a:pt x="338167" y="271463"/>
                  <a:pt x="328613" y="261908"/>
                  <a:pt x="328613" y="250031"/>
                </a:cubicBezTo>
                <a:cubicBezTo>
                  <a:pt x="328613" y="182969"/>
                  <a:pt x="274231" y="128588"/>
                  <a:pt x="207169" y="128588"/>
                </a:cubicBezTo>
                <a:cubicBezTo>
                  <a:pt x="195292" y="128588"/>
                  <a:pt x="185738" y="119033"/>
                  <a:pt x="185738" y="107156"/>
                </a:cubicBezTo>
                <a:close/>
                <a:moveTo>
                  <a:pt x="23574" y="127427"/>
                </a:moveTo>
                <a:cubicBezTo>
                  <a:pt x="31433" y="111442"/>
                  <a:pt x="52507" y="109657"/>
                  <a:pt x="65097" y="122247"/>
                </a:cubicBezTo>
                <a:lnTo>
                  <a:pt x="179844" y="236994"/>
                </a:lnTo>
                <a:lnTo>
                  <a:pt x="208419" y="208419"/>
                </a:lnTo>
                <a:cubicBezTo>
                  <a:pt x="219581" y="197257"/>
                  <a:pt x="237708" y="197257"/>
                  <a:pt x="248870" y="208419"/>
                </a:cubicBezTo>
                <a:cubicBezTo>
                  <a:pt x="260033" y="219581"/>
                  <a:pt x="260033" y="237708"/>
                  <a:pt x="248870" y="248870"/>
                </a:cubicBezTo>
                <a:lnTo>
                  <a:pt x="220295" y="277445"/>
                </a:lnTo>
                <a:lnTo>
                  <a:pt x="335042" y="392192"/>
                </a:lnTo>
                <a:cubicBezTo>
                  <a:pt x="347633" y="404783"/>
                  <a:pt x="345758" y="425768"/>
                  <a:pt x="329863" y="433715"/>
                </a:cubicBezTo>
                <a:cubicBezTo>
                  <a:pt x="299323" y="448806"/>
                  <a:pt x="265033" y="457289"/>
                  <a:pt x="228689" y="457289"/>
                </a:cubicBezTo>
                <a:cubicBezTo>
                  <a:pt x="102424" y="457289"/>
                  <a:pt x="89" y="354955"/>
                  <a:pt x="89" y="228689"/>
                </a:cubicBezTo>
                <a:cubicBezTo>
                  <a:pt x="89" y="192345"/>
                  <a:pt x="8572" y="157966"/>
                  <a:pt x="23664" y="127516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6" name="Text 3"/>
          <p:cNvSpPr/>
          <p:nvPr/>
        </p:nvSpPr>
        <p:spPr>
          <a:xfrm>
            <a:off x="1172501" y="37084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Trained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9550" y="4013200"/>
            <a:ext cx="300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Sentinel-2 pixels flag Mathenge at 15-30m resolution.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75000" y="3124200"/>
            <a:ext cx="1460500" cy="50800"/>
          </a:xfrm>
          <a:custGeom>
            <a:avLst/>
            <a:gdLst/>
            <a:ahLst/>
            <a:cxnLst/>
            <a:rect l="l" t="t" r="r" b="b"/>
            <a:pathLst>
              <a:path w="1460500" h="50800">
                <a:moveTo>
                  <a:pt x="0" y="0"/>
                </a:moveTo>
                <a:lnTo>
                  <a:pt x="1460500" y="0"/>
                </a:lnTo>
                <a:lnTo>
                  <a:pt x="1460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93A475">
              <a:alpha val="5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486400" y="238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867400" y="2768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957" y="0"/>
                </a:moveTo>
                <a:cubicBezTo>
                  <a:pt x="213152" y="0"/>
                  <a:pt x="200382" y="12769"/>
                  <a:pt x="200382" y="28575"/>
                </a:cubicBezTo>
                <a:lnTo>
                  <a:pt x="200382" y="57150"/>
                </a:lnTo>
                <a:lnTo>
                  <a:pt x="57507" y="57150"/>
                </a:lnTo>
                <a:cubicBezTo>
                  <a:pt x="41702" y="57150"/>
                  <a:pt x="28932" y="69919"/>
                  <a:pt x="28932" y="85725"/>
                </a:cubicBezTo>
                <a:lnTo>
                  <a:pt x="28932" y="142875"/>
                </a:lnTo>
                <a:cubicBezTo>
                  <a:pt x="28932" y="158681"/>
                  <a:pt x="41702" y="171450"/>
                  <a:pt x="57507" y="171450"/>
                </a:cubicBezTo>
                <a:lnTo>
                  <a:pt x="200382" y="171450"/>
                </a:lnTo>
                <a:lnTo>
                  <a:pt x="200382" y="228600"/>
                </a:lnTo>
                <a:lnTo>
                  <a:pt x="63401" y="228600"/>
                </a:lnTo>
                <a:cubicBezTo>
                  <a:pt x="59650" y="228600"/>
                  <a:pt x="55989" y="230118"/>
                  <a:pt x="53310" y="232797"/>
                </a:cubicBezTo>
                <a:lnTo>
                  <a:pt x="10448" y="275659"/>
                </a:lnTo>
                <a:cubicBezTo>
                  <a:pt x="4911" y="281196"/>
                  <a:pt x="4911" y="290304"/>
                  <a:pt x="10448" y="295841"/>
                </a:cubicBezTo>
                <a:lnTo>
                  <a:pt x="53310" y="338703"/>
                </a:lnTo>
                <a:cubicBezTo>
                  <a:pt x="55989" y="341382"/>
                  <a:pt x="59650" y="342900"/>
                  <a:pt x="63401" y="342900"/>
                </a:cubicBezTo>
                <a:lnTo>
                  <a:pt x="200382" y="342900"/>
                </a:lnTo>
                <a:lnTo>
                  <a:pt x="200382" y="428625"/>
                </a:lnTo>
                <a:cubicBezTo>
                  <a:pt x="200382" y="444431"/>
                  <a:pt x="213152" y="457200"/>
                  <a:pt x="228957" y="457200"/>
                </a:cubicBezTo>
                <a:cubicBezTo>
                  <a:pt x="244763" y="457200"/>
                  <a:pt x="257532" y="444431"/>
                  <a:pt x="257532" y="428625"/>
                </a:cubicBezTo>
                <a:lnTo>
                  <a:pt x="257532" y="342900"/>
                </a:lnTo>
                <a:lnTo>
                  <a:pt x="400407" y="342900"/>
                </a:lnTo>
                <a:cubicBezTo>
                  <a:pt x="416213" y="342900"/>
                  <a:pt x="428982" y="330131"/>
                  <a:pt x="428982" y="314325"/>
                </a:cubicBezTo>
                <a:lnTo>
                  <a:pt x="428982" y="257175"/>
                </a:lnTo>
                <a:cubicBezTo>
                  <a:pt x="428982" y="241369"/>
                  <a:pt x="416213" y="228600"/>
                  <a:pt x="400407" y="228600"/>
                </a:cubicBezTo>
                <a:lnTo>
                  <a:pt x="257532" y="228600"/>
                </a:lnTo>
                <a:lnTo>
                  <a:pt x="257532" y="171450"/>
                </a:lnTo>
                <a:lnTo>
                  <a:pt x="394514" y="171450"/>
                </a:lnTo>
                <a:cubicBezTo>
                  <a:pt x="398264" y="171450"/>
                  <a:pt x="401925" y="169932"/>
                  <a:pt x="404604" y="167253"/>
                </a:cubicBezTo>
                <a:lnTo>
                  <a:pt x="447467" y="124391"/>
                </a:lnTo>
                <a:cubicBezTo>
                  <a:pt x="453003" y="118854"/>
                  <a:pt x="453003" y="109746"/>
                  <a:pt x="447467" y="104209"/>
                </a:cubicBezTo>
                <a:lnTo>
                  <a:pt x="404604" y="61347"/>
                </a:lnTo>
                <a:cubicBezTo>
                  <a:pt x="401925" y="58668"/>
                  <a:pt x="398264" y="57150"/>
                  <a:pt x="394514" y="57150"/>
                </a:cubicBezTo>
                <a:lnTo>
                  <a:pt x="257532" y="57150"/>
                </a:lnTo>
                <a:lnTo>
                  <a:pt x="257532" y="28575"/>
                </a:lnTo>
                <a:cubicBezTo>
                  <a:pt x="257532" y="12769"/>
                  <a:pt x="244763" y="0"/>
                  <a:pt x="228957" y="0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1" name="Text 8"/>
          <p:cNvSpPr/>
          <p:nvPr/>
        </p:nvSpPr>
        <p:spPr>
          <a:xfrm>
            <a:off x="5327915" y="3708400"/>
            <a:ext cx="153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Display Risk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91050" y="4013200"/>
            <a:ext cx="300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Green-red risk map  consistently updates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56500" y="3124200"/>
            <a:ext cx="1460500" cy="50800"/>
          </a:xfrm>
          <a:custGeom>
            <a:avLst/>
            <a:gdLst/>
            <a:ahLst/>
            <a:cxnLst/>
            <a:rect l="l" t="t" r="r" b="b"/>
            <a:pathLst>
              <a:path w="1460500" h="50800">
                <a:moveTo>
                  <a:pt x="0" y="0"/>
                </a:moveTo>
                <a:lnTo>
                  <a:pt x="1460500" y="0"/>
                </a:lnTo>
                <a:lnTo>
                  <a:pt x="1460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93A475">
              <a:alpha val="5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867900" y="238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2768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6" name="Text 13"/>
          <p:cNvSpPr/>
          <p:nvPr/>
        </p:nvSpPr>
        <p:spPr>
          <a:xfrm>
            <a:off x="9636258" y="37084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Enable Action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972550" y="4013200"/>
            <a:ext cx="300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Counties see exact hectares, plan removal, track regrowth.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714500" y="4927600"/>
            <a:ext cx="8763000" cy="1016000"/>
          </a:xfrm>
          <a:custGeom>
            <a:avLst/>
            <a:gdLst/>
            <a:ahLst/>
            <a:cxnLst/>
            <a:rect l="l" t="t" r="r" b="b"/>
            <a:pathLst>
              <a:path w="8763000" h="1016000">
                <a:moveTo>
                  <a:pt x="10160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914400"/>
                </a:lnTo>
                <a:cubicBezTo>
                  <a:pt x="8763000" y="970475"/>
                  <a:pt x="8717475" y="1016000"/>
                  <a:pt x="8661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9" name="Text 16"/>
          <p:cNvSpPr/>
          <p:nvPr/>
        </p:nvSpPr>
        <p:spPr>
          <a:xfrm>
            <a:off x="1809750" y="5080000"/>
            <a:ext cx="8572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A8C3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100× faster</a:t>
            </a: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than field walks. </a:t>
            </a:r>
            <a:r>
              <a:rPr lang="en-US" sz="1800" b="1" dirty="0">
                <a:solidFill>
                  <a:srgbClr val="A8C3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Nationwide coverage</a:t>
            </a: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from day one. No expert needed.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-123594" y="-15875"/>
            <a:ext cx="12204700" cy="6873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0922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, System and Prototype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18034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490133" y="25654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711200" y="0"/>
                </a:moveTo>
                <a:lnTo>
                  <a:pt x="711200" y="0"/>
                </a:lnTo>
                <a:cubicBezTo>
                  <a:pt x="1103722" y="0"/>
                  <a:pt x="1422400" y="318678"/>
                  <a:pt x="1422400" y="711200"/>
                </a:cubicBezTo>
                <a:lnTo>
                  <a:pt x="1422400" y="711200"/>
                </a:lnTo>
                <a:cubicBezTo>
                  <a:pt x="1422400" y="1103722"/>
                  <a:pt x="1103722" y="1422400"/>
                  <a:pt x="711200" y="1422400"/>
                </a:cubicBezTo>
                <a:lnTo>
                  <a:pt x="711200" y="1422400"/>
                </a:lnTo>
                <a:cubicBezTo>
                  <a:pt x="318678" y="1422400"/>
                  <a:pt x="0" y="1103722"/>
                  <a:pt x="0" y="711200"/>
                </a:cubicBezTo>
                <a:lnTo>
                  <a:pt x="0" y="711200"/>
                </a:lnTo>
                <a:cubicBezTo>
                  <a:pt x="0" y="318678"/>
                  <a:pt x="318678" y="0"/>
                  <a:pt x="711200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972733" y="29718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76200"/>
                </a:moveTo>
                <a:cubicBezTo>
                  <a:pt x="0" y="34171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7977"/>
                  <a:pt x="308134" y="22265"/>
                </a:cubicBezTo>
                <a:lnTo>
                  <a:pt x="434935" y="149185"/>
                </a:lnTo>
                <a:cubicBezTo>
                  <a:pt x="449223" y="163473"/>
                  <a:pt x="457200" y="182880"/>
                  <a:pt x="457200" y="203121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247650" y="69652"/>
                </a:moveTo>
                <a:lnTo>
                  <a:pt x="247650" y="180975"/>
                </a:lnTo>
                <a:cubicBezTo>
                  <a:pt x="247650" y="196810"/>
                  <a:pt x="260390" y="209550"/>
                  <a:pt x="276225" y="209550"/>
                </a:cubicBezTo>
                <a:lnTo>
                  <a:pt x="387548" y="209550"/>
                </a:lnTo>
                <a:lnTo>
                  <a:pt x="247650" y="69652"/>
                </a:lnTo>
                <a:close/>
                <a:moveTo>
                  <a:pt x="76200" y="104775"/>
                </a:moveTo>
                <a:cubicBezTo>
                  <a:pt x="76200" y="120610"/>
                  <a:pt x="88940" y="133350"/>
                  <a:pt x="104775" y="133350"/>
                </a:cubicBezTo>
                <a:lnTo>
                  <a:pt x="161925" y="133350"/>
                </a:lnTo>
                <a:cubicBezTo>
                  <a:pt x="177760" y="133350"/>
                  <a:pt x="190500" y="120610"/>
                  <a:pt x="190500" y="104775"/>
                </a:cubicBezTo>
                <a:cubicBezTo>
                  <a:pt x="190500" y="88940"/>
                  <a:pt x="177760" y="76200"/>
                  <a:pt x="161925" y="76200"/>
                </a:cubicBezTo>
                <a:lnTo>
                  <a:pt x="104775" y="76200"/>
                </a:lnTo>
                <a:cubicBezTo>
                  <a:pt x="88940" y="76200"/>
                  <a:pt x="76200" y="88940"/>
                  <a:pt x="76200" y="104775"/>
                </a:cubicBezTo>
                <a:close/>
                <a:moveTo>
                  <a:pt x="76200" y="219075"/>
                </a:moveTo>
                <a:cubicBezTo>
                  <a:pt x="76200" y="234910"/>
                  <a:pt x="88940" y="247650"/>
                  <a:pt x="104775" y="247650"/>
                </a:cubicBezTo>
                <a:lnTo>
                  <a:pt x="161925" y="247650"/>
                </a:lnTo>
                <a:cubicBezTo>
                  <a:pt x="177760" y="247650"/>
                  <a:pt x="190500" y="234910"/>
                  <a:pt x="190500" y="219075"/>
                </a:cubicBezTo>
                <a:cubicBezTo>
                  <a:pt x="190500" y="203240"/>
                  <a:pt x="177760" y="190500"/>
                  <a:pt x="161925" y="190500"/>
                </a:cubicBezTo>
                <a:lnTo>
                  <a:pt x="104775" y="190500"/>
                </a:lnTo>
                <a:cubicBezTo>
                  <a:pt x="88940" y="190500"/>
                  <a:pt x="76200" y="203240"/>
                  <a:pt x="76200" y="219075"/>
                </a:cubicBezTo>
                <a:close/>
                <a:moveTo>
                  <a:pt x="209550" y="309563"/>
                </a:moveTo>
                <a:lnTo>
                  <a:pt x="209550" y="314325"/>
                </a:lnTo>
                <a:cubicBezTo>
                  <a:pt x="175260" y="314682"/>
                  <a:pt x="147638" y="342543"/>
                  <a:pt x="147638" y="376833"/>
                </a:cubicBezTo>
                <a:cubicBezTo>
                  <a:pt x="147638" y="407432"/>
                  <a:pt x="169664" y="433507"/>
                  <a:pt x="199906" y="438507"/>
                </a:cubicBezTo>
                <a:lnTo>
                  <a:pt x="249555" y="446842"/>
                </a:lnTo>
                <a:cubicBezTo>
                  <a:pt x="256699" y="448032"/>
                  <a:pt x="261938" y="454223"/>
                  <a:pt x="261938" y="461486"/>
                </a:cubicBezTo>
                <a:cubicBezTo>
                  <a:pt x="261938" y="469702"/>
                  <a:pt x="255270" y="476369"/>
                  <a:pt x="247055" y="476369"/>
                </a:cubicBezTo>
                <a:lnTo>
                  <a:pt x="180975" y="476250"/>
                </a:lnTo>
                <a:cubicBezTo>
                  <a:pt x="167878" y="476250"/>
                  <a:pt x="157163" y="486966"/>
                  <a:pt x="157163" y="500063"/>
                </a:cubicBezTo>
                <a:cubicBezTo>
                  <a:pt x="157163" y="513159"/>
                  <a:pt x="167878" y="523875"/>
                  <a:pt x="180975" y="523875"/>
                </a:cubicBezTo>
                <a:lnTo>
                  <a:pt x="209550" y="523875"/>
                </a:lnTo>
                <a:lnTo>
                  <a:pt x="209550" y="528638"/>
                </a:lnTo>
                <a:cubicBezTo>
                  <a:pt x="209550" y="541734"/>
                  <a:pt x="220266" y="552450"/>
                  <a:pt x="233363" y="552450"/>
                </a:cubicBezTo>
                <a:cubicBezTo>
                  <a:pt x="246459" y="552450"/>
                  <a:pt x="257175" y="541734"/>
                  <a:pt x="257175" y="528638"/>
                </a:cubicBezTo>
                <a:lnTo>
                  <a:pt x="257175" y="523042"/>
                </a:lnTo>
                <a:cubicBezTo>
                  <a:pt x="286941" y="518160"/>
                  <a:pt x="309563" y="492443"/>
                  <a:pt x="309563" y="461367"/>
                </a:cubicBezTo>
                <a:cubicBezTo>
                  <a:pt x="309563" y="430768"/>
                  <a:pt x="287536" y="404693"/>
                  <a:pt x="257294" y="399693"/>
                </a:cubicBezTo>
                <a:lnTo>
                  <a:pt x="207645" y="391358"/>
                </a:lnTo>
                <a:cubicBezTo>
                  <a:pt x="200501" y="390168"/>
                  <a:pt x="195262" y="383977"/>
                  <a:pt x="195262" y="376714"/>
                </a:cubicBezTo>
                <a:cubicBezTo>
                  <a:pt x="195262" y="368498"/>
                  <a:pt x="201930" y="361831"/>
                  <a:pt x="210145" y="361831"/>
                </a:cubicBezTo>
                <a:lnTo>
                  <a:pt x="266700" y="361831"/>
                </a:lnTo>
                <a:cubicBezTo>
                  <a:pt x="279797" y="361831"/>
                  <a:pt x="290512" y="351115"/>
                  <a:pt x="290512" y="338018"/>
                </a:cubicBezTo>
                <a:cubicBezTo>
                  <a:pt x="290512" y="324922"/>
                  <a:pt x="279797" y="314206"/>
                  <a:pt x="266700" y="314206"/>
                </a:cubicBezTo>
                <a:lnTo>
                  <a:pt x="257175" y="314206"/>
                </a:lnTo>
                <a:lnTo>
                  <a:pt x="257175" y="309443"/>
                </a:lnTo>
                <a:cubicBezTo>
                  <a:pt x="257175" y="296347"/>
                  <a:pt x="246459" y="285631"/>
                  <a:pt x="233362" y="285631"/>
                </a:cubicBezTo>
                <a:cubicBezTo>
                  <a:pt x="220266" y="285631"/>
                  <a:pt x="209550" y="296347"/>
                  <a:pt x="209550" y="309443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7" name="Text 4"/>
          <p:cNvSpPr/>
          <p:nvPr/>
        </p:nvSpPr>
        <p:spPr>
          <a:xfrm>
            <a:off x="196850" y="4140200"/>
            <a:ext cx="401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Antugrow</a:t>
            </a:r>
            <a:r>
              <a:rPr lang="en-US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r>
              <a:rPr lang="en-US" b="1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Kefri</a:t>
            </a:r>
            <a:r>
              <a:rPr lang="en-US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data</a:t>
            </a:r>
          </a:p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9550" y="44958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84800" y="25654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711200" y="0"/>
                </a:moveTo>
                <a:lnTo>
                  <a:pt x="711200" y="0"/>
                </a:lnTo>
                <a:cubicBezTo>
                  <a:pt x="1103722" y="0"/>
                  <a:pt x="1422400" y="318678"/>
                  <a:pt x="1422400" y="711200"/>
                </a:cubicBezTo>
                <a:lnTo>
                  <a:pt x="1422400" y="711200"/>
                </a:lnTo>
                <a:cubicBezTo>
                  <a:pt x="1422400" y="1103722"/>
                  <a:pt x="1103722" y="1422400"/>
                  <a:pt x="711200" y="1422400"/>
                </a:cubicBezTo>
                <a:lnTo>
                  <a:pt x="711200" y="1422400"/>
                </a:lnTo>
                <a:cubicBezTo>
                  <a:pt x="318678" y="1422400"/>
                  <a:pt x="0" y="1103722"/>
                  <a:pt x="0" y="711200"/>
                </a:cubicBezTo>
                <a:lnTo>
                  <a:pt x="0" y="711200"/>
                </a:lnTo>
                <a:cubicBezTo>
                  <a:pt x="0" y="318678"/>
                  <a:pt x="318678" y="0"/>
                  <a:pt x="711200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912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1142" y="7977"/>
                </a:moveTo>
                <a:cubicBezTo>
                  <a:pt x="568762" y="714"/>
                  <a:pt x="579834" y="-1905"/>
                  <a:pt x="590074" y="1429"/>
                </a:cubicBezTo>
                <a:cubicBezTo>
                  <a:pt x="601742" y="5358"/>
                  <a:pt x="609600" y="16312"/>
                  <a:pt x="609600" y="28575"/>
                </a:cubicBezTo>
                <a:lnTo>
                  <a:pt x="609600" y="251103"/>
                </a:lnTo>
                <a:cubicBezTo>
                  <a:pt x="609600" y="407313"/>
                  <a:pt x="480893" y="533400"/>
                  <a:pt x="325279" y="533400"/>
                </a:cubicBezTo>
                <a:cubicBezTo>
                  <a:pt x="233601" y="533400"/>
                  <a:pt x="154543" y="474464"/>
                  <a:pt x="125849" y="392073"/>
                </a:cubicBezTo>
                <a:cubicBezTo>
                  <a:pt x="83701" y="428744"/>
                  <a:pt x="57150" y="482679"/>
                  <a:pt x="57150" y="542925"/>
                </a:cubicBezTo>
                <a:cubicBezTo>
                  <a:pt x="57150" y="558760"/>
                  <a:pt x="44410" y="571500"/>
                  <a:pt x="28575" y="571500"/>
                </a:cubicBezTo>
                <a:cubicBezTo>
                  <a:pt x="12740" y="571500"/>
                  <a:pt x="0" y="558760"/>
                  <a:pt x="0" y="542925"/>
                </a:cubicBezTo>
                <a:cubicBezTo>
                  <a:pt x="0" y="453747"/>
                  <a:pt x="45482" y="375166"/>
                  <a:pt x="114419" y="328970"/>
                </a:cubicBezTo>
                <a:cubicBezTo>
                  <a:pt x="156448" y="300871"/>
                  <a:pt x="206573" y="285750"/>
                  <a:pt x="257175" y="285750"/>
                </a:cubicBezTo>
                <a:lnTo>
                  <a:pt x="352425" y="285750"/>
                </a:lnTo>
                <a:cubicBezTo>
                  <a:pt x="368260" y="285750"/>
                  <a:pt x="381000" y="273010"/>
                  <a:pt x="381000" y="257175"/>
                </a:cubicBezTo>
                <a:cubicBezTo>
                  <a:pt x="381000" y="241340"/>
                  <a:pt x="368260" y="228600"/>
                  <a:pt x="352425" y="228600"/>
                </a:cubicBezTo>
                <a:lnTo>
                  <a:pt x="257175" y="228600"/>
                </a:lnTo>
                <a:cubicBezTo>
                  <a:pt x="209907" y="228600"/>
                  <a:pt x="165140" y="239078"/>
                  <a:pt x="125016" y="257770"/>
                </a:cubicBezTo>
                <a:cubicBezTo>
                  <a:pt x="152757" y="174427"/>
                  <a:pt x="231219" y="114300"/>
                  <a:pt x="323850" y="114300"/>
                </a:cubicBezTo>
                <a:cubicBezTo>
                  <a:pt x="402907" y="114300"/>
                  <a:pt x="461724" y="87987"/>
                  <a:pt x="500896" y="61912"/>
                </a:cubicBezTo>
                <a:cubicBezTo>
                  <a:pt x="523756" y="46673"/>
                  <a:pt x="543163" y="28456"/>
                  <a:pt x="561261" y="7977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1" name="Text 8"/>
          <p:cNvSpPr/>
          <p:nvPr/>
        </p:nvSpPr>
        <p:spPr>
          <a:xfrm>
            <a:off x="4091517" y="4140200"/>
            <a:ext cx="401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MULTI-API integration</a:t>
            </a:r>
          </a:p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architecture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04217" y="44958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279467" y="25654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711200" y="0"/>
                </a:moveTo>
                <a:lnTo>
                  <a:pt x="711200" y="0"/>
                </a:lnTo>
                <a:cubicBezTo>
                  <a:pt x="1103722" y="0"/>
                  <a:pt x="1422400" y="318678"/>
                  <a:pt x="1422400" y="711200"/>
                </a:cubicBezTo>
                <a:lnTo>
                  <a:pt x="1422400" y="711200"/>
                </a:lnTo>
                <a:cubicBezTo>
                  <a:pt x="1422400" y="1103722"/>
                  <a:pt x="1103722" y="1422400"/>
                  <a:pt x="711200" y="1422400"/>
                </a:cubicBezTo>
                <a:lnTo>
                  <a:pt x="711200" y="1422400"/>
                </a:lnTo>
                <a:cubicBezTo>
                  <a:pt x="318678" y="1422400"/>
                  <a:pt x="0" y="1103722"/>
                  <a:pt x="0" y="711200"/>
                </a:cubicBezTo>
                <a:lnTo>
                  <a:pt x="0" y="711200"/>
                </a:lnTo>
                <a:cubicBezTo>
                  <a:pt x="0" y="318678"/>
                  <a:pt x="318678" y="0"/>
                  <a:pt x="711200" y="0"/>
                </a:cubicBezTo>
                <a:close/>
              </a:path>
            </a:pathLst>
          </a:custGeom>
          <a:solidFill>
            <a:srgbClr val="A8C3A0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609667" y="29718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342900" y="57150"/>
                </a:moveTo>
                <a:cubicBezTo>
                  <a:pt x="342900" y="25598"/>
                  <a:pt x="368498" y="0"/>
                  <a:pt x="400050" y="0"/>
                </a:cubicBezTo>
                <a:lnTo>
                  <a:pt x="514350" y="0"/>
                </a:lnTo>
                <a:cubicBezTo>
                  <a:pt x="545902" y="0"/>
                  <a:pt x="571500" y="25598"/>
                  <a:pt x="571500" y="57150"/>
                </a:cubicBezTo>
                <a:lnTo>
                  <a:pt x="571500" y="114300"/>
                </a:lnTo>
                <a:lnTo>
                  <a:pt x="628650" y="114300"/>
                </a:lnTo>
                <a:lnTo>
                  <a:pt x="628650" y="28575"/>
                </a:lnTo>
                <a:cubicBezTo>
                  <a:pt x="628650" y="12740"/>
                  <a:pt x="641390" y="0"/>
                  <a:pt x="657225" y="0"/>
                </a:cubicBezTo>
                <a:cubicBezTo>
                  <a:pt x="673060" y="0"/>
                  <a:pt x="685800" y="12740"/>
                  <a:pt x="685800" y="28575"/>
                </a:cubicBezTo>
                <a:lnTo>
                  <a:pt x="685800" y="114300"/>
                </a:lnTo>
                <a:lnTo>
                  <a:pt x="704850" y="114300"/>
                </a:lnTo>
                <a:cubicBezTo>
                  <a:pt x="736402" y="114300"/>
                  <a:pt x="762000" y="139898"/>
                  <a:pt x="762000" y="171450"/>
                </a:cubicBezTo>
                <a:lnTo>
                  <a:pt x="762000" y="552450"/>
                </a:lnTo>
                <a:cubicBezTo>
                  <a:pt x="762000" y="584002"/>
                  <a:pt x="736402" y="609600"/>
                  <a:pt x="704850" y="609600"/>
                </a:cubicBezTo>
                <a:lnTo>
                  <a:pt x="400050" y="609600"/>
                </a:lnTo>
                <a:cubicBezTo>
                  <a:pt x="368498" y="609600"/>
                  <a:pt x="342900" y="584002"/>
                  <a:pt x="342900" y="552450"/>
                </a:cubicBezTo>
                <a:lnTo>
                  <a:pt x="342900" y="57150"/>
                </a:lnTo>
                <a:close/>
                <a:moveTo>
                  <a:pt x="419100" y="133350"/>
                </a:moveTo>
                <a:lnTo>
                  <a:pt x="419100" y="171450"/>
                </a:lnTo>
                <a:cubicBezTo>
                  <a:pt x="419100" y="181928"/>
                  <a:pt x="427673" y="190500"/>
                  <a:pt x="438150" y="190500"/>
                </a:cubicBezTo>
                <a:lnTo>
                  <a:pt x="476250" y="190500"/>
                </a:lnTo>
                <a:cubicBezTo>
                  <a:pt x="486728" y="190500"/>
                  <a:pt x="495300" y="181928"/>
                  <a:pt x="495300" y="171450"/>
                </a:cubicBezTo>
                <a:lnTo>
                  <a:pt x="495300" y="133350"/>
                </a:lnTo>
                <a:cubicBezTo>
                  <a:pt x="495300" y="122873"/>
                  <a:pt x="486728" y="114300"/>
                  <a:pt x="476250" y="114300"/>
                </a:cubicBezTo>
                <a:lnTo>
                  <a:pt x="438150" y="114300"/>
                </a:lnTo>
                <a:cubicBezTo>
                  <a:pt x="427673" y="114300"/>
                  <a:pt x="419100" y="122873"/>
                  <a:pt x="419100" y="133350"/>
                </a:cubicBezTo>
                <a:close/>
                <a:moveTo>
                  <a:pt x="438150" y="228600"/>
                </a:moveTo>
                <a:cubicBezTo>
                  <a:pt x="427673" y="228600"/>
                  <a:pt x="419100" y="237173"/>
                  <a:pt x="419100" y="247650"/>
                </a:cubicBezTo>
                <a:lnTo>
                  <a:pt x="419100" y="285750"/>
                </a:lnTo>
                <a:cubicBezTo>
                  <a:pt x="419100" y="296228"/>
                  <a:pt x="427673" y="304800"/>
                  <a:pt x="438150" y="304800"/>
                </a:cubicBezTo>
                <a:lnTo>
                  <a:pt x="476250" y="304800"/>
                </a:lnTo>
                <a:cubicBezTo>
                  <a:pt x="486728" y="304800"/>
                  <a:pt x="495300" y="296228"/>
                  <a:pt x="495300" y="285750"/>
                </a:cubicBezTo>
                <a:lnTo>
                  <a:pt x="495300" y="247650"/>
                </a:lnTo>
                <a:cubicBezTo>
                  <a:pt x="495300" y="237173"/>
                  <a:pt x="486728" y="228600"/>
                  <a:pt x="476250" y="228600"/>
                </a:cubicBezTo>
                <a:lnTo>
                  <a:pt x="438150" y="228600"/>
                </a:lnTo>
                <a:close/>
                <a:moveTo>
                  <a:pt x="419100" y="361950"/>
                </a:moveTo>
                <a:lnTo>
                  <a:pt x="419100" y="400050"/>
                </a:lnTo>
                <a:cubicBezTo>
                  <a:pt x="419100" y="410528"/>
                  <a:pt x="427673" y="419100"/>
                  <a:pt x="438150" y="419100"/>
                </a:cubicBezTo>
                <a:lnTo>
                  <a:pt x="476250" y="419100"/>
                </a:lnTo>
                <a:cubicBezTo>
                  <a:pt x="486728" y="419100"/>
                  <a:pt x="495300" y="410528"/>
                  <a:pt x="495300" y="400050"/>
                </a:cubicBezTo>
                <a:lnTo>
                  <a:pt x="495300" y="361950"/>
                </a:lnTo>
                <a:cubicBezTo>
                  <a:pt x="495300" y="351472"/>
                  <a:pt x="486728" y="342900"/>
                  <a:pt x="476250" y="342900"/>
                </a:cubicBezTo>
                <a:lnTo>
                  <a:pt x="438150" y="342900"/>
                </a:lnTo>
                <a:cubicBezTo>
                  <a:pt x="427673" y="342900"/>
                  <a:pt x="419100" y="351472"/>
                  <a:pt x="419100" y="361950"/>
                </a:cubicBezTo>
                <a:close/>
                <a:moveTo>
                  <a:pt x="628650" y="228600"/>
                </a:moveTo>
                <a:cubicBezTo>
                  <a:pt x="618173" y="228600"/>
                  <a:pt x="609600" y="237173"/>
                  <a:pt x="609600" y="247650"/>
                </a:cubicBezTo>
                <a:lnTo>
                  <a:pt x="609600" y="285750"/>
                </a:lnTo>
                <a:cubicBezTo>
                  <a:pt x="609600" y="296228"/>
                  <a:pt x="618173" y="304800"/>
                  <a:pt x="628650" y="304800"/>
                </a:cubicBezTo>
                <a:lnTo>
                  <a:pt x="666750" y="304800"/>
                </a:lnTo>
                <a:cubicBezTo>
                  <a:pt x="677228" y="304800"/>
                  <a:pt x="685800" y="296228"/>
                  <a:pt x="685800" y="285750"/>
                </a:cubicBezTo>
                <a:lnTo>
                  <a:pt x="685800" y="247650"/>
                </a:lnTo>
                <a:cubicBezTo>
                  <a:pt x="685800" y="237173"/>
                  <a:pt x="677228" y="228600"/>
                  <a:pt x="666750" y="228600"/>
                </a:cubicBezTo>
                <a:lnTo>
                  <a:pt x="628650" y="228600"/>
                </a:lnTo>
                <a:close/>
                <a:moveTo>
                  <a:pt x="609600" y="361950"/>
                </a:moveTo>
                <a:lnTo>
                  <a:pt x="609600" y="400050"/>
                </a:lnTo>
                <a:cubicBezTo>
                  <a:pt x="609600" y="410528"/>
                  <a:pt x="618173" y="419100"/>
                  <a:pt x="628650" y="419100"/>
                </a:cubicBezTo>
                <a:lnTo>
                  <a:pt x="666750" y="419100"/>
                </a:lnTo>
                <a:cubicBezTo>
                  <a:pt x="677228" y="419100"/>
                  <a:pt x="685800" y="410528"/>
                  <a:pt x="685800" y="400050"/>
                </a:cubicBezTo>
                <a:lnTo>
                  <a:pt x="685800" y="361950"/>
                </a:lnTo>
                <a:cubicBezTo>
                  <a:pt x="685800" y="351472"/>
                  <a:pt x="677228" y="342900"/>
                  <a:pt x="666750" y="342900"/>
                </a:cubicBezTo>
                <a:lnTo>
                  <a:pt x="628650" y="342900"/>
                </a:lnTo>
                <a:cubicBezTo>
                  <a:pt x="618173" y="342900"/>
                  <a:pt x="609600" y="351472"/>
                  <a:pt x="609600" y="361950"/>
                </a:cubicBezTo>
                <a:close/>
                <a:moveTo>
                  <a:pt x="114300" y="571500"/>
                </a:moveTo>
                <a:lnTo>
                  <a:pt x="114300" y="381000"/>
                </a:lnTo>
                <a:lnTo>
                  <a:pt x="95250" y="381000"/>
                </a:lnTo>
                <a:cubicBezTo>
                  <a:pt x="42624" y="381000"/>
                  <a:pt x="0" y="338376"/>
                  <a:pt x="0" y="285750"/>
                </a:cubicBezTo>
                <a:cubicBezTo>
                  <a:pt x="0" y="253960"/>
                  <a:pt x="15597" y="225862"/>
                  <a:pt x="39529" y="208478"/>
                </a:cubicBezTo>
                <a:cubicBezTo>
                  <a:pt x="38576" y="202644"/>
                  <a:pt x="38100" y="196572"/>
                  <a:pt x="38100" y="190500"/>
                </a:cubicBezTo>
                <a:cubicBezTo>
                  <a:pt x="38100" y="127397"/>
                  <a:pt x="89297" y="76200"/>
                  <a:pt x="152400" y="76200"/>
                </a:cubicBezTo>
                <a:cubicBezTo>
                  <a:pt x="215503" y="76200"/>
                  <a:pt x="266700" y="127397"/>
                  <a:pt x="266700" y="190500"/>
                </a:cubicBezTo>
                <a:lnTo>
                  <a:pt x="266700" y="304800"/>
                </a:lnTo>
                <a:cubicBezTo>
                  <a:pt x="266700" y="346829"/>
                  <a:pt x="232529" y="381000"/>
                  <a:pt x="190500" y="381000"/>
                </a:cubicBezTo>
                <a:lnTo>
                  <a:pt x="190500" y="571500"/>
                </a:lnTo>
                <a:cubicBezTo>
                  <a:pt x="190500" y="592574"/>
                  <a:pt x="173474" y="609600"/>
                  <a:pt x="152400" y="609600"/>
                </a:cubicBezTo>
                <a:cubicBezTo>
                  <a:pt x="131326" y="609600"/>
                  <a:pt x="114300" y="592574"/>
                  <a:pt x="114300" y="571500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5" name="Text 12"/>
          <p:cNvSpPr/>
          <p:nvPr/>
        </p:nvSpPr>
        <p:spPr>
          <a:xfrm>
            <a:off x="7986184" y="4140200"/>
            <a:ext cx="401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Priority zone ranking </a:t>
            </a:r>
          </a:p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998884" y="44958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55600" y="53086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18000" y="53086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0400" y="53086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l="23" r="23" b="38983"/>
          <a:stretch/>
        </p:blipFill>
        <p:spPr>
          <a:xfrm>
            <a:off x="0" y="0"/>
            <a:ext cx="12204700" cy="6873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701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Impacts and scaling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16467" y="2616200"/>
            <a:ext cx="4622800" cy="2489200"/>
          </a:xfrm>
          <a:custGeom>
            <a:avLst/>
            <a:gdLst/>
            <a:ahLst/>
            <a:cxnLst/>
            <a:rect l="l" t="t" r="r" b="b"/>
            <a:pathLst>
              <a:path w="4622800" h="2489200">
                <a:moveTo>
                  <a:pt x="152389" y="0"/>
                </a:moveTo>
                <a:lnTo>
                  <a:pt x="4470411" y="0"/>
                </a:lnTo>
                <a:cubicBezTo>
                  <a:pt x="4554573" y="0"/>
                  <a:pt x="4622800" y="68227"/>
                  <a:pt x="4622800" y="152389"/>
                </a:cubicBezTo>
                <a:lnTo>
                  <a:pt x="4622800" y="2336811"/>
                </a:lnTo>
                <a:cubicBezTo>
                  <a:pt x="4622800" y="2420973"/>
                  <a:pt x="4554573" y="2489200"/>
                  <a:pt x="4470411" y="2489200"/>
                </a:cubicBezTo>
                <a:lnTo>
                  <a:pt x="152389" y="2489200"/>
                </a:lnTo>
                <a:cubicBezTo>
                  <a:pt x="68227" y="2489200"/>
                  <a:pt x="0" y="2420973"/>
                  <a:pt x="0" y="23368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8C3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8867" y="2844800"/>
            <a:ext cx="436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1: Local Beachhead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5067" y="34036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2 counties; Garissa &amp; Tana-River.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 the government, NGOs and local people to the data.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Scan, detect, Reclaim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91200" y="3886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331708"/>
                </a:moveTo>
                <a:cubicBezTo>
                  <a:pt x="613291" y="316825"/>
                  <a:pt x="613291" y="292656"/>
                  <a:pt x="598408" y="277773"/>
                </a:cubicBezTo>
                <a:lnTo>
                  <a:pt x="407908" y="87273"/>
                </a:lnTo>
                <a:cubicBezTo>
                  <a:pt x="393025" y="72390"/>
                  <a:pt x="368856" y="72390"/>
                  <a:pt x="353973" y="87273"/>
                </a:cubicBezTo>
                <a:cubicBezTo>
                  <a:pt x="339090" y="102156"/>
                  <a:pt x="339090" y="126325"/>
                  <a:pt x="353973" y="141208"/>
                </a:cubicBezTo>
                <a:lnTo>
                  <a:pt x="4794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479465" y="342900"/>
                </a:lnTo>
                <a:lnTo>
                  <a:pt x="353973" y="468392"/>
                </a:lnTo>
                <a:cubicBezTo>
                  <a:pt x="339090" y="483275"/>
                  <a:pt x="339090" y="507444"/>
                  <a:pt x="353973" y="522327"/>
                </a:cubicBezTo>
                <a:cubicBezTo>
                  <a:pt x="368856" y="537210"/>
                  <a:pt x="393025" y="537210"/>
                  <a:pt x="407908" y="522327"/>
                </a:cubicBezTo>
                <a:lnTo>
                  <a:pt x="598408" y="331827"/>
                </a:lnTo>
                <a:close/>
              </a:path>
            </a:pathLst>
          </a:custGeom>
          <a:solidFill>
            <a:srgbClr val="93A475"/>
          </a:solidFill>
          <a:ln/>
        </p:spPr>
      </p:sp>
      <p:sp>
        <p:nvSpPr>
          <p:cNvPr id="8" name="Shape 5"/>
          <p:cNvSpPr/>
          <p:nvPr/>
        </p:nvSpPr>
        <p:spPr>
          <a:xfrm>
            <a:off x="7001934" y="2616200"/>
            <a:ext cx="4622800" cy="2489200"/>
          </a:xfrm>
          <a:custGeom>
            <a:avLst/>
            <a:gdLst/>
            <a:ahLst/>
            <a:cxnLst/>
            <a:rect l="l" t="t" r="r" b="b"/>
            <a:pathLst>
              <a:path w="4622800" h="2489200">
                <a:moveTo>
                  <a:pt x="152389" y="0"/>
                </a:moveTo>
                <a:lnTo>
                  <a:pt x="4470411" y="0"/>
                </a:lnTo>
                <a:cubicBezTo>
                  <a:pt x="4554573" y="0"/>
                  <a:pt x="4622800" y="68227"/>
                  <a:pt x="4622800" y="152389"/>
                </a:cubicBezTo>
                <a:lnTo>
                  <a:pt x="4622800" y="2336811"/>
                </a:lnTo>
                <a:cubicBezTo>
                  <a:pt x="4622800" y="2420973"/>
                  <a:pt x="4554573" y="2489200"/>
                  <a:pt x="4470411" y="2489200"/>
                </a:cubicBezTo>
                <a:lnTo>
                  <a:pt x="152389" y="2489200"/>
                </a:lnTo>
                <a:cubicBezTo>
                  <a:pt x="68227" y="2489200"/>
                  <a:pt x="0" y="2420973"/>
                  <a:pt x="0" y="23368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A8C3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54334" y="2844800"/>
            <a:ext cx="436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Phase 2: Scale &amp; Replicate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30534" y="34036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Replicate kit to other invaded counties.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Creating job opportunities for the youth.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Monetization of invasive plants.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0-d2nf89h8bjvh7rlj09j0.png"/>
          <p:cNvPicPr>
            <a:picLocks noChangeAspect="1"/>
          </p:cNvPicPr>
          <p:nvPr/>
        </p:nvPicPr>
        <p:blipFill>
          <a:blip r:embed="rId3"/>
          <a:srcRect b="38650"/>
          <a:stretch/>
        </p:blipFill>
        <p:spPr>
          <a:xfrm>
            <a:off x="0" y="0"/>
            <a:ext cx="12204700" cy="6873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2954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6A8B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 are we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44669" y="2676331"/>
            <a:ext cx="5689600" cy="1016000"/>
          </a:xfrm>
          <a:custGeom>
            <a:avLst/>
            <a:gdLst/>
            <a:ahLst/>
            <a:cxnLst/>
            <a:rect l="l" t="t" r="r" b="b"/>
            <a:pathLst>
              <a:path w="5689600" h="1016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35000" y="294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7701" y="6251"/>
                </a:moveTo>
                <a:cubicBezTo>
                  <a:pt x="186095" y="-2143"/>
                  <a:pt x="199668" y="-2143"/>
                  <a:pt x="207972" y="6251"/>
                </a:cubicBezTo>
                <a:lnTo>
                  <a:pt x="287804" y="86082"/>
                </a:lnTo>
                <a:lnTo>
                  <a:pt x="336917" y="36969"/>
                </a:lnTo>
                <a:cubicBezTo>
                  <a:pt x="348079" y="25807"/>
                  <a:pt x="366206" y="25807"/>
                  <a:pt x="377369" y="36969"/>
                </a:cubicBezTo>
                <a:lnTo>
                  <a:pt x="420231" y="79831"/>
                </a:lnTo>
                <a:cubicBezTo>
                  <a:pt x="431393" y="90994"/>
                  <a:pt x="431393" y="109121"/>
                  <a:pt x="420231" y="120283"/>
                </a:cubicBezTo>
                <a:lnTo>
                  <a:pt x="371118" y="169396"/>
                </a:lnTo>
                <a:lnTo>
                  <a:pt x="450949" y="249228"/>
                </a:lnTo>
                <a:cubicBezTo>
                  <a:pt x="459343" y="257621"/>
                  <a:pt x="459343" y="271195"/>
                  <a:pt x="450949" y="279499"/>
                </a:cubicBezTo>
                <a:lnTo>
                  <a:pt x="365224" y="365224"/>
                </a:lnTo>
                <a:cubicBezTo>
                  <a:pt x="356830" y="373618"/>
                  <a:pt x="343257" y="373618"/>
                  <a:pt x="334953" y="365224"/>
                </a:cubicBezTo>
                <a:lnTo>
                  <a:pt x="255121" y="285393"/>
                </a:lnTo>
                <a:lnTo>
                  <a:pt x="241280" y="299234"/>
                </a:lnTo>
                <a:cubicBezTo>
                  <a:pt x="251460" y="321201"/>
                  <a:pt x="257175" y="345668"/>
                  <a:pt x="257175" y="371475"/>
                </a:cubicBezTo>
                <a:cubicBezTo>
                  <a:pt x="257175" y="399782"/>
                  <a:pt x="250299" y="426393"/>
                  <a:pt x="238244" y="449878"/>
                </a:cubicBezTo>
                <a:cubicBezTo>
                  <a:pt x="234047" y="457914"/>
                  <a:pt x="223331" y="459075"/>
                  <a:pt x="216991" y="452646"/>
                </a:cubicBezTo>
                <a:lnTo>
                  <a:pt x="130999" y="366653"/>
                </a:lnTo>
                <a:lnTo>
                  <a:pt x="77420" y="420231"/>
                </a:lnTo>
                <a:cubicBezTo>
                  <a:pt x="66258" y="431393"/>
                  <a:pt x="48131" y="431393"/>
                  <a:pt x="36969" y="420231"/>
                </a:cubicBezTo>
                <a:cubicBezTo>
                  <a:pt x="25807" y="409069"/>
                  <a:pt x="25807" y="390942"/>
                  <a:pt x="36969" y="379780"/>
                </a:cubicBezTo>
                <a:lnTo>
                  <a:pt x="90547" y="326201"/>
                </a:lnTo>
                <a:lnTo>
                  <a:pt x="4554" y="240209"/>
                </a:lnTo>
                <a:cubicBezTo>
                  <a:pt x="-1875" y="233779"/>
                  <a:pt x="-714" y="223064"/>
                  <a:pt x="7322" y="218956"/>
                </a:cubicBezTo>
                <a:cubicBezTo>
                  <a:pt x="30807" y="206812"/>
                  <a:pt x="57507" y="200025"/>
                  <a:pt x="85725" y="200025"/>
                </a:cubicBezTo>
                <a:cubicBezTo>
                  <a:pt x="111532" y="200025"/>
                  <a:pt x="135999" y="205740"/>
                  <a:pt x="157966" y="215920"/>
                </a:cubicBezTo>
                <a:lnTo>
                  <a:pt x="171807" y="202079"/>
                </a:lnTo>
                <a:lnTo>
                  <a:pt x="91976" y="122337"/>
                </a:lnTo>
                <a:cubicBezTo>
                  <a:pt x="83582" y="113943"/>
                  <a:pt x="83582" y="100370"/>
                  <a:pt x="91976" y="92065"/>
                </a:cubicBezTo>
                <a:lnTo>
                  <a:pt x="177701" y="6251"/>
                </a:lnTo>
                <a:close/>
                <a:moveTo>
                  <a:pt x="192881" y="51703"/>
                </a:moveTo>
                <a:lnTo>
                  <a:pt x="137428" y="107156"/>
                </a:lnTo>
                <a:lnTo>
                  <a:pt x="202079" y="171807"/>
                </a:lnTo>
                <a:lnTo>
                  <a:pt x="257532" y="116354"/>
                </a:lnTo>
                <a:lnTo>
                  <a:pt x="192881" y="51703"/>
                </a:lnTo>
                <a:close/>
                <a:moveTo>
                  <a:pt x="350044" y="319772"/>
                </a:moveTo>
                <a:lnTo>
                  <a:pt x="405497" y="264319"/>
                </a:lnTo>
                <a:lnTo>
                  <a:pt x="340846" y="199668"/>
                </a:lnTo>
                <a:lnTo>
                  <a:pt x="285393" y="255121"/>
                </a:lnTo>
                <a:lnTo>
                  <a:pt x="350044" y="319772"/>
                </a:ln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6" name="Text 3"/>
          <p:cNvSpPr/>
          <p:nvPr/>
        </p:nvSpPr>
        <p:spPr>
          <a:xfrm>
            <a:off x="1473200" y="2870200"/>
            <a:ext cx="312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Iqra Hussein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44625" y="3403600"/>
            <a:ext cx="31273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Geospatial</a:t>
            </a: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Analyst, Front-end Developer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2667000"/>
            <a:ext cx="5689600" cy="1016000"/>
          </a:xfrm>
          <a:custGeom>
            <a:avLst/>
            <a:gdLst/>
            <a:ahLst/>
            <a:cxnLst/>
            <a:rect l="l" t="t" r="r" b="b"/>
            <a:pathLst>
              <a:path w="5689600" h="1016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00825" y="2946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10" name="Text 7"/>
          <p:cNvSpPr/>
          <p:nvPr/>
        </p:nvSpPr>
        <p:spPr>
          <a:xfrm>
            <a:off x="7467600" y="2870200"/>
            <a:ext cx="320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Khadija Ali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67600" y="32258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Researcher, Front-end Developer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3987800"/>
            <a:ext cx="5689600" cy="1016000"/>
          </a:xfrm>
          <a:custGeom>
            <a:avLst/>
            <a:gdLst/>
            <a:ahLst/>
            <a:cxnLst/>
            <a:rect l="l" t="t" r="r" b="b"/>
            <a:pathLst>
              <a:path w="5689600" h="1016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473200" y="41910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 Mariga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73200" y="4546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Graphic designer,  Front-end developer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48400" y="3987800"/>
            <a:ext cx="5689600" cy="1016000"/>
          </a:xfrm>
          <a:custGeom>
            <a:avLst/>
            <a:gdLst/>
            <a:ahLst/>
            <a:cxnLst/>
            <a:rect l="l" t="t" r="r" b="b"/>
            <a:pathLst>
              <a:path w="5689600" h="1016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C3A0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467600" y="4191000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Greg Enos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67600" y="4546600"/>
            <a:ext cx="354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Developer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09550" y="53086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Engineering team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00825" y="419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6A8B61"/>
          </a:solidFill>
          <a:ln/>
        </p:spPr>
      </p:sp>
      <p:sp>
        <p:nvSpPr>
          <p:cNvPr id="20" name="Shape 17"/>
          <p:cNvSpPr/>
          <p:nvPr/>
        </p:nvSpPr>
        <p:spPr>
          <a:xfrm>
            <a:off x="577850" y="4267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6A8B61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3:55-d2nf8ap8bjvh7rlj09ng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0" y="0"/>
            <a:ext cx="12202795" cy="6868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70175" y="2551972"/>
            <a:ext cx="6761480" cy="1414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8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9FC35D"/>
      </a:accent1>
      <a:accent2>
        <a:srgbClr val="BCBE2B"/>
      </a:accent2>
      <a:accent3>
        <a:srgbClr val="9FC35D"/>
      </a:accent3>
      <a:accent4>
        <a:srgbClr val="263112"/>
      </a:accent4>
      <a:accent5>
        <a:srgbClr val="0A0C08"/>
      </a:accent5>
      <a:accent6>
        <a:srgbClr val="F5F6E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238</Words>
  <Application>Microsoft Office PowerPoint</Application>
  <PresentationFormat>Widescreen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Noto Sans SC</vt:lpstr>
      <vt:lpstr>微软雅黑</vt:lpstr>
      <vt:lpstr>Arial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EcoSiren: Reclaim Land with AI</dc:title>
  <dc:subject>EcoSiren: Reclaim Land with AI</dc:subject>
  <dc:creator>Kimi</dc:creator>
  <cp:lastModifiedBy>Mark Ndwaru</cp:lastModifiedBy>
  <cp:revision>5</cp:revision>
  <dcterms:created xsi:type="dcterms:W3CDTF">2025-11-23T10:59:59Z</dcterms:created>
  <dcterms:modified xsi:type="dcterms:W3CDTF">2025-11-24T09:56:13Z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{"Label":"EcoSiren: Reclaim Land with AI","ContentProducer":"001191110108MACG2KBH8F10000","ProduceID":"d4hbejlr1r8uidhh8rs0","ReservedCode1":"","ContentPropagator":"001191110108MACG2KBH8F20000","PropagateID":"d4hbejlr1r8uidhh8rs0","ReservedCode2":""}</vt:lpwstr>
  </property>
</Properties>
</file>